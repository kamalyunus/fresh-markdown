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band set from measured volatility  ·  [0.90, 1.10]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harness ready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(markdown cohort)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≈ 4.07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₩202.8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(27.5th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4.07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four times too early. deff = 1 + (forced hours − 1) × ρ — every input measured, not assumed.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in progress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[0.90, 1.10] (owner, ≈2σ)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re-run of the v2 model in progress; final retrain + re-fit at launch freeze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≈ 3.59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₩187–203 across runs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live; no prices applied; event pipeline proven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additionally produces the would-be exploration statistics that answer the learning-speed question — before any price is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5-week experiment. A 5% target likely does not fit the MVP window; the derivation tool measures power empirically on real T-week slices of history — the owner picks the (effect, duration) pair.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Validated against the measured 3σ daily noise.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thin, so daily noise is high — persistence, not a looser threshold, is the noise control. Both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run the shadow phase → read the learning-speed math from its output → final model retrain at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(23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2026-08-09T01:09:07Z</dcterms:created>
  <dcterms:modified xsi:type="dcterms:W3CDTF">2026-08-09T01:09:07Z</dcterms:modified>
</cp:coreProperties>
</file>