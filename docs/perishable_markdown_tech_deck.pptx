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1.0395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shadow gates PASSED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(markdown cohort)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≈ 4.07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₩202.8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(27.5th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4.07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four times too early. deff = 1 + (forced hours − 1) × ρ — every input measured, not assumed.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PASSED at 1.0395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· 1.0395 in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≈ 3.59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₩203.09 from the passing run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 DP vs legacy: −12.0% 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arms run through the same demand model, so model bias cancels; replay is sanity, never launch evidence —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live, no prices applied — completeness 1.0000, zero cost-floor violations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also produced the would-be exploration statistics that answer the learning-speed question — before any price was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5-week experiment. A 5% target likely does not fit the MVP window; the derivation tool measures power empirically on real T-week slices of history — the owner picks the (effect, duration) pair.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Measured 3σ daily noise is 9.1% — this sits ≈2.2× clear of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thin: measured 3σ daily noise is 13.4%, so anything at or under ~13% fires on ordinary days. Persistence, not a tighter number, is the noise control. Both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read the learning-speed math from the shadow output → final model retrain at the launch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(25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