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1.0395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shadow gates PASSED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— 356,114 episodes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= 3.589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₩203.09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(22.7th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3.589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three-and-a-half times too early. deff = 1 + (forced hours − 1) × ρ — every input fitted against the model's own residuals, and start-up refuses to run if config drifts from the frozen artifact.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PASSED at 1.0395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· 1.0395 in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3.589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₩203.09 from the passing run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 DP vs legacy: −12.0% IL, −3.25pp clearance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arms run through the same demand model, so model bias cancels. The IL win is partly bought with scrap — the pilot reports clearance beside IL from day one. Replay is sanity, never launch evidence;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live, no prices applied — completeness 1.0000, zero cost-floor violations, mean discount 0.306 vs legacy 0.304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also produced the would-be exploration statistics that answer the learning-speed question — before any price was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 · 2 weeks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2-week blocks of history: 5.54% detectable, so 7.5% has headroom and 5% is within reach. This overturns the earlier ≈5-week arithmetic. Rows beyond 6 weeks rest on 1–2 blocks and are noise — read the 2–4 week rows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Robust 3σ noise floor is 18.9%, so 20% clears it by only ~6% — the persistence rule is what makes that safe.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thin: measured 3σ floor is 13.6%, so anything at or under ~13.5% fires on ordinary days. Both thresholds now sit close to their floors, which makes the 2-day persistence rule load-bearing — it is implemented and tested, not an aspiration.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read the learning-speed math from the shadow output → final model retrain at the launch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(25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