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 ÷ predicted units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230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Train (spring)</c:v>
                  </c:pt>
                  <c:pt idx="1">
                    <c:v>Calib (July)</c:v>
                  </c:pt>
                  <c:pt idx="2">
                    <c:v>Test (late July)</c:v>
                  </c:pt>
                  <c:pt idx="3">
                    <c:v>All history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1.295</c:v>
                </c:pt>
                <c:pt idx="1">
                  <c:v>1.117</c:v>
                </c:pt>
                <c:pt idx="2">
                  <c:v>1.3116</c:v>
                </c:pt>
                <c:pt idx="3">
                  <c:v>1.2714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22301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.9"/>
        </c:scaling>
        <c:delete val="0"/>
        <c:axPos val="l"/>
        <c:majorGridlines>
          <c:spPr>
            <a:ln w="6350" cap="flat">
              <a:solidFill>
                <a:srgbClr val="E5EA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F6B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One-hour agenda: problem and why history can't answer it (10 min), design (20), what production data showed (10), launch plan, risks, and the three decisions we need (15), Q&amp;A. The design doc is the deep reference; this deck is the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money: IL is discount cost plus scrap cost. 34.6% of full-price value of what sells. The point of the slide: decisions are hourly, inventories tiny, demand sparse — this is a hard estimation environment, which sets up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intellectual core of the talk. Confound 2 was NOT in the original analysis — we found it during bootstrap when every category's elasticity estimate pinned at the boundary. The fix (entry-hour identification) comes later. If the audience accepts this slide, the whole design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answers the inevitable question: why not calibrate elasticity on our own data? Answer: we did, in the most defensible form, and the estimates are unstable (30x swings on one spec choice), boundary-pinned, and direction-flipping across model versions — because the optimum tracks the confounds, not the customer. Worse, a fitted epsilon would make the backtest look great while teaching the planner exactly the wrong lesson. The learning pilot is the same fit run on clean randomized data, at a budgeted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design splits the world into what history can estimate (levels, variance, correlation — second moments the confound doesn't poison) and the single quantity it can't (price response). Everything frozen is in service of attribution.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uncomfortable truth stated up front: the A/B will be read on a metric the planner does not optimise, and the most likely outcome is the escalation row. That's designed, not a bug — walk through why the ratio objective is gameable.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lanes. Top: what's frozen — note the posterior on the right is the single mutable artifact. Middle: the hourly path, milliseconds per decision. Bottom: the daily batch. Emphasise the events: append-only, quarantine not drop, exactly-once by an atomic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theme: safety properties are structural. The shadow-phase exit gate requires ZERO cost-floor violations — and by construction the count can only be zero; the gate exists to prove the plumbing, not to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leadership remembers one mechanism, make it this: exploration is not a percentage or a schedule — it's money, budgeted, and the randomization is what makes the learning valid. The tau number self-corrects daily against realised spend.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deff line matters most: 0.377 correlation across 9.1 forced hours ≈ 4.07. One measured line of code separates honest convergence from premature confidence. The human gate is the MVP posture — one reviewed step per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 shows the persistent level deficit (every window above 1) the calibration factor absorbs. The deeper finding is the weekly series: +-8 percent swings mean the original +-5 percent band was ~1 sigma — a coin flip. The owner reset it to ~2 sigma; the daily drift ratio in shadow/production is the real continuous guard. Each finding here was caught by a pre-committed gate or diagnostic, not by luck.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Slow slide — let them read. Flag two numbers: deff 4.07 (why our convergence claims can be trusted) and the SE at 6× the original assumption (why the A/B duration is a real decision, next slides).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Phases 0 and 0b are complete. Shadow can start immediately after this meeting. The only red status is the A/B — blocked on the MDE decision, which is one of the three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risk 1 honestly — it's the open question. The system fails visibly (a flat posterior alert), not silently, and shadow answers the throughput question at zero pricing risk. Risks 2–3 have concrete, scheduled mitigations.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 is crisp: three numbers, each with a recommended value and a measurement tool behind it (bootstrap.derive_thresholds). Nothing else blocks the shadow phase — it can start the day the meeting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thesis and hand over to Q&amp;A. Likely questions: why not learn from all outcomes (feedback loops), why frozen (attribution), what if learning is too slow (shadow tells us first, levers exist), why is IL% not the objective (gameable denominator).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822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SYSTEMS · TECHNICAL REVIEW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Perishable Markdown MVP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48716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markdown-pricing system that learns price elasticity from its own decisions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3794760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127" y="3899367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37764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Gate: level-at-anchor 1.0389 · band [0.90, 1.10] from measured volatility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4453128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127" y="4557735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and shadow gates PASSED — no prices applied yet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31520" y="5111496"/>
            <a:ext cx="402336" cy="402336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27" y="5216103"/>
            <a:ext cx="193121" cy="1931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50932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automated tests · full pipeline on production data</a:t>
            </a:r>
            <a:endParaRPr lang="en-US" sz="1500" dirty="0"/>
          </a:p>
        </p:txBody>
      </p:sp>
      <p:sp>
        <p:nvSpPr>
          <p:cNvPr id="14" name="Text 9"/>
          <p:cNvSpPr/>
          <p:nvPr/>
        </p:nvSpPr>
        <p:spPr>
          <a:xfrm>
            <a:off x="73152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Accompanies the standalone design document (docs/design.md) · 2026-08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hours to sell it, or scrap it at cost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perishable SKU × fulfilment centre gets one final selling window — an “episode” of contiguous hours with a median starting inventory of just 2 units. Windows are not a trading day: they routinely run past midnight and 36-hour windows are common.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hour a discount is chosen. Whatever is unsold at window end is scrapped at cost.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too shallow → scrap dominates. Too deep → margin given away on units that would have sold anyway.</a:t>
            </a:r>
            <a:endParaRPr lang="en-US" sz="1400" dirty="0"/>
          </a:p>
          <a:p>
            <a:pPr marL="152400" indent="-1524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legacy policy ignores demand entirely: enter at a fixed reference discount, deepen ~1pp per hour on the clock, to a cap.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20840" y="169164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22008" y="18562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32.3%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922008" y="24780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 as a share of full-price sales value — 356,114 episodes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326880" y="169164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528048" y="185623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528048" y="247802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clearance under legacy — scrap is ~7% of IL today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20840" y="365760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22008" y="38221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76%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922008" y="444398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selling hours record zero sales — demand is sparse and noisy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326880" y="3657600"/>
            <a:ext cx="2468880" cy="1783080"/>
          </a:xfrm>
          <a:prstGeom prst="roundRect">
            <a:avLst>
              <a:gd name="adj" fmla="val 4615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28048" y="382219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₩14.7M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528048" y="4443984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on a 2,000-episode replay sample alone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DIFFICULTY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own history cannot tell us price elasticity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486400" cy="3291840"/>
          </a:xfrm>
          <a:prstGeom prst="roundRect">
            <a:avLst>
              <a:gd name="adj" fmla="val 25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202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439" y="2050999"/>
            <a:ext cx="241402" cy="24140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938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Confound 1 — the clock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68680" y="2606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deepens the discount exactly as the evening demand peak arrives.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an episode, price and hour move in lock-step (correlation ≈ 0.8).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Evening lift and discount lift are statistically indistinguishable.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63640" y="1645920"/>
            <a:ext cx="5486400" cy="3291840"/>
          </a:xfrm>
          <a:prstGeom prst="roundRect">
            <a:avLst>
              <a:gd name="adj" fmla="val 25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83680" y="1920240"/>
            <a:ext cx="502920" cy="50292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439" y="2050999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69480" y="193852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Confound 2 — survivorship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83680" y="26060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row at a deep discount exists only because earlier hours failed to sell.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Deep-discount observations are adversely selected toward low-demand episodes.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on all rows and every category reads “discounts don’t help” — we observed all 16 categories pinned at the zero boundary until this was fixed.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548640" y="525780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 </a:t>
            </a:r>
            <a:pPr indent="0" marL="0">
              <a:buNone/>
            </a:pPr>
            <a:r>
              <a:rPr lang="en-US" sz="15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system that claims to have learned price response from this data has actually learned the clock. History can bound elasticity; it cannot identify it.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SHORTCUT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don’t fit ε to history — we tried, and it told us not to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57607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“Pick the ε where the model best fits history” was run in its most defensible form — proper censored likelihood, per category, on the cleanest identifying slice. That is exactly the prior procedure.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fitted optimum is set by whatever variation dominates the data — the clock, survivorship, weekly shocks — not by customer price response. The instability on the right is the fingerprint.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still contributes: honest bounds where the bracket passes its checks, and a neutral, wide, cheap-to-correct cold start (−1.0 ± 0.6) where it doesn’t.</a:t>
            </a:r>
            <a:endParaRPr lang="en-US" sz="1250" dirty="0"/>
          </a:p>
          <a:p>
            <a:pPr marL="152400" indent="-1524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wide start deliberately holds the exploration budget at full scale — the first weeks of the learning pilot ARE the ε fit, on randomized data where the optimum means price response. Cost: capped at 1% of IL per day.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629400" y="1691640"/>
            <a:ext cx="4983480" cy="1371600"/>
          </a:xfrm>
          <a:prstGeom prst="roundRect">
            <a:avLst>
              <a:gd name="adj" fmla="val 6000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0" y="1828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−0.10  vs  −3.05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858000" y="23317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category’s best-fit ε under two equally defensible specifications — 30× apart on a single modelling choice.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29400" y="3200400"/>
            <a:ext cx="4983480" cy="1234440"/>
          </a:xfrm>
          <a:prstGeom prst="roundRect">
            <a:avLst>
              <a:gd name="adj" fmla="val 666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0" y="3319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Pinned at the search bound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0" y="3685032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category’s “estimate” sat at the edge of the search grid — an optimiser reporting its cage, not the customer.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629400" y="4572000"/>
            <a:ext cx="4983480" cy="1508760"/>
          </a:xfrm>
          <a:prstGeom prst="roundRect">
            <a:avLst>
              <a:gd name="adj" fmla="val 5455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0" y="4690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858000" y="5056632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fitted ε makes the offline replay look excellent — it fits the residual by construction — while teaching the planner the confound: hold price, burn scrap. The dashboard smiles while the system fails.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THESIS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Freeze what history can support · learn the one thing it cannot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38528"/>
            <a:ext cx="457200" cy="457200"/>
          </a:xfrm>
          <a:prstGeom prst="ellipse">
            <a:avLst/>
          </a:prstGeom>
          <a:solidFill>
            <a:srgbClr val="5F6B5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57400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95681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— fit offline, unchanged all window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2560320"/>
            <a:ext cx="4526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demand at the reference discount (LightGBM / Tweedie) — its price gradient is never queried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variance — negative-binomial dispersion by subcategory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Intra-episode correlation (one scalar)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bracketed elasticity prior — honest bounds, or a recorded wide fallback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537960" y="1691640"/>
            <a:ext cx="5074920" cy="4206240"/>
          </a:xfrm>
          <a:prstGeom prst="roundRect">
            <a:avLst>
              <a:gd name="adj" fmla="val 1957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858000" y="1938528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6872" y="2057400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52360" y="195681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— in production, from randomization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858000" y="265176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</a:t>
            </a:r>
            <a:endParaRPr lang="en-US" sz="6000" dirty="0"/>
          </a:p>
        </p:txBody>
      </p:sp>
      <p:sp>
        <p:nvSpPr>
          <p:cNvPr id="16" name="Text 12"/>
          <p:cNvSpPr/>
          <p:nvPr/>
        </p:nvSpPr>
        <p:spPr>
          <a:xfrm>
            <a:off x="7863840" y="2743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elasticity exponent per category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mu(d) = mu_ref × ((1−d)/(1−d_ref))^ε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6858000" y="3794760"/>
            <a:ext cx="4526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from uniformly-randomized price perturbations only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exploration cost capped at 1% of markdown IL per day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learning cells (high-volume categories + one pooled cell) — fewer cells learn faster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548640" y="60350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Freezing everything else makes posterior movement attributable: if beliefs change, it was learning — not drift.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&amp; METRIC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planner optimises absolute IL — the business reads IL%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IL% has an endogenous denominator: deeper markdowns sell more units and grow it. The two metrics can disagree by design: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57607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777240"/>
                <a:gridCol w="685800"/>
                <a:gridCol w="868680"/>
                <a:gridCol w="100584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Denom.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 (planner’s choice)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3520440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price 10,000 · cost 2,000 · 10 units. The planner picks A — 16,000 of loss beats 28,000. IL% prefers B because its own denominator grew. A ratio objective can be gamed by discounting harder; the planner optimises the currency amount instead.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720840" y="2103120"/>
            <a:ext cx="4892040" cy="3566160"/>
          </a:xfrm>
          <a:prstGeom prst="roundRect">
            <a:avLst>
              <a:gd name="adj" fmla="val 2308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949440" y="2286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Pre-committed A/B decision rule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949440" y="2788920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↓  ·  IL% ↓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8915400" y="278892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949440" y="3502152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↓  ·  IL% flat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915400" y="3502152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89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to owner — likeliest outcome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6949440" y="4215384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flat  ·  IL% ↓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915400" y="4215384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ship on IL% alone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949440" y="4928616"/>
            <a:ext cx="1920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flat  ·  IL% flat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915400" y="4928616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4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ship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now, before the experiment — so the readout is not decided by whoever reads the dashboard.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decision path, one learning loop, everything versioned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48640" y="14264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ARTIFACTS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30723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DECISION PATH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46725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LEARNING LOOP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228600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1737360"/>
            <a:ext cx="21396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demand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(price-blind mu_ref)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9067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 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correlation ρ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1208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8523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Elasticity prior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(bracket / fallback)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40664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F6F8F2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7979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(single tuning surface)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601200" y="1737360"/>
            <a:ext cx="201168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74352" y="1737360"/>
            <a:ext cx="18653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ε by cell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ONE learner)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179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state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(reject, never guess)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28600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51460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8775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tiers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cost floor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5196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480560" y="3383280"/>
            <a:ext cx="16916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3712" y="3383280"/>
            <a:ext cx="1545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Q(p) per tier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446520" y="3383280"/>
            <a:ext cx="17830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19672" y="3383280"/>
            <a:ext cx="16367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 argmax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affordable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27532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503920" y="3383280"/>
            <a:ext cx="137160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77072" y="3383280"/>
            <a:ext cx="12252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921240" y="38221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149840" y="3383280"/>
            <a:ext cx="146304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222992" y="3383280"/>
            <a:ext cx="13167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event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(~30 fields)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4983480"/>
            <a:ext cx="21031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1792" y="4983480"/>
            <a:ext cx="19568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events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(exactly one per decision)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69748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2926080" y="4983480"/>
            <a:ext cx="233172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99232" y="4983480"/>
            <a:ext cx="21854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Censored NB likelihood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outcomes only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30352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532120" y="4983480"/>
            <a:ext cx="20574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605272" y="4983480"/>
            <a:ext cx="1911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÷ deff = 3.347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(correlation deflation)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63524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863840" y="4983480"/>
            <a:ext cx="19659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936992" y="4983480"/>
            <a:ext cx="18196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step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daily human gate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875520" y="5422392"/>
            <a:ext cx="228600" cy="0"/>
          </a:xfrm>
          <a:prstGeom prst="line">
            <a:avLst/>
          </a:prstGeom>
          <a:noFill/>
          <a:ln w="19050">
            <a:solidFill>
              <a:srgbClr val="5F6B5C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10104120" y="4983480"/>
            <a:ext cx="1508760" cy="868680"/>
          </a:xfrm>
          <a:prstGeom prst="roundRect">
            <a:avLst>
              <a:gd name="adj" fmla="val 7368"/>
            </a:avLst>
          </a:prstGeom>
          <a:solidFill>
            <a:srgbClr val="EEF4E4"/>
          </a:solidFill>
          <a:ln w="9525">
            <a:solidFill>
              <a:srgbClr val="D9E2C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177272" y="4983480"/>
            <a:ext cx="136245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4864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event carries the exact prediction, posterior, and artifact versions it used — any decision is reproducible from its event alone.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Unsafe prices are unrepresentable — not merely checked for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94767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299" y="2071299"/>
            <a:ext cx="228234" cy="22823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94767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floor is the action set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63040" y="247802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Feasible discounts are constructed as every 2.5pp tier from 0 to 1 − cost/price. A below-cost price cannot be expressed — on any path, including forced exploration.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169164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519672" y="194767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3299" y="2071299"/>
            <a:ext cx="228234" cy="22823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194767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Monotonicity is the transition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7178040" y="247802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actions may only hold or deepen from the current anchor. “Price never rises within an episode” is encoded in the planner’s state machine, not enforced by review.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48640" y="38404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" y="409651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299" y="4220139"/>
            <a:ext cx="228234" cy="22823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63040" y="40965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Reject, never guess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1463040" y="462686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state invariants are validated per decision. On any failure the system returns no price at all — the worst pricing failure is a confidently wrong answer, not a missing one.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263640" y="3840480"/>
            <a:ext cx="5532120" cy="1965960"/>
          </a:xfrm>
          <a:prstGeom prst="roundRect">
            <a:avLst>
              <a:gd name="adj" fmla="val 41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519672" y="4096512"/>
            <a:ext cx="475488" cy="47548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299" y="4220139"/>
            <a:ext cx="228234" cy="22823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78040" y="409651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cannot be corrupted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7178040" y="4626864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events with duplicate detection; malformed events quarantined with reasons, never dropped. Posterior revisions commit atomically with the outcomes they consumed — a crash cannot double-count.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P&amp;L line item, uniformly randomized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035040" cy="2286000"/>
          </a:xfrm>
          <a:prstGeom prst="roundRect">
            <a:avLst>
              <a:gd name="adj" fmla="val 36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already prices every tier — exploration is a costed selection: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5577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cost(p)     =  Q(p*) − Q(p)     ← ₩ given up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affordable  =  { p ≠ p* :  cost(p) ≤ τ }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applied     =  UNIFORM draw from affordable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6126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Uniformity is the point — it is the randomization that makes outcomes causal evidence. Any “smarter” state-dependent choice reintroduces the bias that poisoned our history.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exploration probabilities anywhere. The budget is a business-approved line: 1% of markdown IL/day, shrinking (never below 25%) as beliefs converge — so drift stays detectable forever.</a:t>
            </a:r>
            <a:endParaRPr lang="en-US" sz="12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about ε and the IL cost of a perturbation both scale as mu × (log price ratio)² — information per won is constant. There is no clever targeting to do, only a budget to respect.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040880" y="182880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 of IL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7040880" y="248716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exploration budget — the price of learning, approved as a line item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040880" y="324612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₩409.87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040880" y="390448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threshold τ (11.4th percentile of the Q-value spread), self-calibrating daily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40880" y="4663440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₩1,271 / day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7040880" y="5321808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implied spend vs a ₩1,271/day budget on the replay sample — calibration lands on target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Censored, deflated, bounded, human-gated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196596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084832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80160" y="164592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randomized outcomes teach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349240" y="16459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 prices are chosen by the posterior — learning from them feeds the model its own beliefs. Shadow-phase outcomes are likewise structurally ineligible.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94360" y="3136392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255264"/>
            <a:ext cx="219456" cy="21945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80160" y="2816352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Stockouts are lower bounds, not counts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349240" y="2816352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“Sold 2 of 2” means demand ≥ 2. It enters as a survival probability; treating it as exact would understate elasticity exactly where stockouts concentrate — at deep discounts. Zero-sale hours are kept: they carry the shallow-discount signal.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94360" y="4306824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425696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80160" y="3986784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Correlated hours are deflated ÷ 3.347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5349240" y="398678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in an episode share one inventory pool and one demand shock. Counted as independent, the system would declare convergence three-and-a-half times too early. deff = 1 + (forced hours − 1) × ρ — every input fitted against the model's own residuals, and start-up refuses to run if config drifts from the frozen artifact.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94360" y="5477256"/>
            <a:ext cx="457200" cy="457200"/>
          </a:xfrm>
          <a:prstGeom prst="ellipse">
            <a:avLst/>
          </a:prstGeom>
          <a:solidFill>
            <a:srgbClr val="C8901A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5596128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80160" y="5157216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Bounded steps behind a daily human gate</a:t>
            </a:r>
            <a:endParaRPr lang="en-US" sz="1350" dirty="0"/>
          </a:p>
        </p:txBody>
      </p:sp>
      <p:sp>
        <p:nvSpPr>
          <p:cNvPr id="21" name="Text 15"/>
          <p:cNvSpPr/>
          <p:nvPr/>
        </p:nvSpPr>
        <p:spPr>
          <a:xfrm>
            <a:off x="5349240" y="5157216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update moves the mean ≤ 0.15 and shrinks uncertainty ≤ 25% — no single batch can destroy beliefs. A human approves each day’s step, and the apply command refuses while event-quality gates fail. Automation criteria come later, from observed behaviour.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ON PRODUCTION DATA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gate that fired caught a real problem</a:t>
            </a:r>
            <a:endParaRPr lang="en-US" sz="2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82880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623560"/>
            <a:ext cx="5394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by window, current (v2) model, uncalibrated · weekly series: every week 1.06–1.54, σ ±8% · gate band [0.90, 1.10] (owner, ≈2σ) · calibrated re-gate PASSED at 1.0389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263640" y="17830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3492" y="1882932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122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volatility is a measured fact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812280" y="210312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under-predicts in every week of five months (mean ≈1.30, σ ±8%) — a persistent level deficit the calibration factor absorbs, plus week noise no frozen model can track. The gate band was reset by the owner to ≈2σ; the daily drift ratio is the continuous guard.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263640" y="320040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3492" y="3300252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12280" y="3154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Survivorship confound found &amp; fixed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812280" y="35204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categories pinned at the zero elasticity boundary until identification was restricted to entry hours; the pinning stopped. None of the 16 clears the acceptance checks on the corrected extract, so every cell launches on the honest wide prior — the gate refusing to certify what the data cannot support.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263640" y="461772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492" y="4717572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2280" y="4572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Per-SKU velocity features pay twice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812280" y="493776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MAE 0.405 → 0.373, and residual intra-episode correlation fell (deff 4.07 → 3.347) — every exploration outcome now carries ~18% more learning information.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NUMBERS STAND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on production data · 2026-08-09</a:t>
            </a:r>
            <a:endParaRPr lang="en-US" sz="2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566160"/>
                <a:gridCol w="438912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gate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· 1.0389 in band [0.90, 1.10]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 the frozen artifact on its own job — the level at reference price; slope belongs to production learning (owner, 2026-08-09)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 IL% · replay sample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32.27%  (₩14.27M / 2,000 episodes)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baseline the system must beat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 / forced hours / deff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0.3103 / 8.563 / 3.347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deflation — down from 4.07 with the velocity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Exploration τ (initial)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₩409.87 from the passing run · spend ≈ budget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Pasted into config only from a gate-passing report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IL% clustered SE (18 weeks)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 the original assumption — drives the A/B duration decision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Elasticity prior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fallback −1.0 ± 0.6 for ALL 16 · no category brackets cleanly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rejection; production exploration carries the burden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Offline replay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like-for-like DP vs legacy: −38.0% IL, −0.97pp clearance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arms run through the same demand model, so model bias cancels. The IL win is partly bought with scrap — the pilot reports clearance beside IL from day one. Replay is sanity, never launch evidence; the A/B decides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2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phases, each behind a blocking gate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· Measure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7724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measurement; config populated from data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4340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0b · Calibrate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57200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Fidelity + prior gates on production data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82880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66760" y="1993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Shadow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366760" y="23957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decision path live, no prices applied — 12,771 decisions, completeness 0.9974, zero cost-floor violations, drift 1.0225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366760" y="32918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C8901A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Exploit pilot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7724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SKU set, exploration off; price-execution fidelity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7724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5F6B5C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34340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457200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Learning pilot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57200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at half budget; posterior must visibly move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5F6B5C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138160" y="3977640"/>
            <a:ext cx="3611880" cy="1920240"/>
          </a:xfrm>
          <a:prstGeom prst="roundRect">
            <a:avLst>
              <a:gd name="adj" fmla="val 4286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366760" y="4142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4–5 · A/B → scale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8366760" y="454456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experiment on IL%; ship on the pre-committed rule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366760" y="544068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B3402A"/>
          </a:solidFill>
          <a:ln/>
        </p:spPr>
      </p:sp>
      <p:sp>
        <p:nvSpPr>
          <p:cNvPr id="35" name="Text 33"/>
          <p:cNvSpPr/>
          <p:nvPr/>
        </p:nvSpPr>
        <p:spPr>
          <a:xfrm>
            <a:off x="8366760" y="544068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ON MDE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" y="605332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also produced the would-be exploration statistics that answer the learning-speed question — before any price was applied.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REGISTER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Stated before launch, each with evidence and a mitigation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55648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4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Learning speed vs the 13-week window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206240" y="173736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Per-outcome information is small and deflated ÷ 3.347; the prior is wide for ALL 16 categories now that no bracket is accepted. Deepening only pays once |ε| clears a measured median of 2.429, so the posterior must TRAVEL, not merely converge.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001000" y="173736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now emits learning_yield_would_be, so weeks-to-convergence is read off before the pilot. Two floors bind separately: evidence, and calendar — the 0.15 step cap at one human-gated update per day means ≥6 days to move the mean 1.0 → 1.9 however fast evidence arrives.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4672" y="3236976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Frozen-model drift across Sep–Dec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206240" y="3218688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is already measured (1.14 → 0.99 → 1.10 across windows); the season includes Chuseok; every economic quantity is denominated in the demand prediction.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01000" y="3218688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retrain immediately before the launch freeze, gate re-checked; daily drift ratio in shadow and production; a mid-window recalibration rule pre-registered now, not improvised later.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11064240" cy="1325880"/>
          </a:xfrm>
          <a:prstGeom prst="roundRect">
            <a:avLst>
              <a:gd name="adj" fmla="val 6207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4672" y="4718304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A/B power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206240" y="4700016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variance is 6× the original assumption; small effects may not fit the window.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001000" y="4700016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 </a:t>
            </a:r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duration-vs-effect table from the derivation tool; the owner commits to a feasible pair before launch. No early reads.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61081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tracked: day-one behaviour is enter-shallow-and-hold, so expect lower clearance and higher scrap until ε moves · metric divergence at readout (pre-committed rule) · single-elasticity misspecification · censored training labels (first phase-2 item).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Perishable Markdown MVP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NEEDED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thresholds block launch — recommendations, with evidence</a:t>
            </a:r>
            <a:endParaRPr lang="en-US" sz="2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A/B minimum detectable effect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7.5% relative on IL% · 2 weeks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real 2-week blocks: 3.05% detectable, so 7.5% has wide headroom. Counting scrap properly made IL a more stable quantity — clustered SE 0.002383 → 0.000875 — and power stopped being a constraint. Read the 2–4 week rows; beyond 6 weeks the block count collapses to 1–3.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Scrap-deterioration stop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 relative vs control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57200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DAILY basis has no usable threshold: 3σ noise is 480% raw / 153% robust, outlier-dominated — the series swings more than its own level. Set this against the CONTROL-ARM basis the monitor actually uses in the A/B, now measured separately; before the A/B, review scrap level in the pilot readout rather than auto-triggering.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611880" cy="3200400"/>
          </a:xfrm>
          <a:prstGeom prst="roundRect">
            <a:avLst>
              <a:gd name="adj" fmla="val 2571"/>
            </a:avLst>
          </a:prstGeom>
          <a:solidFill>
            <a:srgbClr val="F6F8F2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66760" y="1874520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Margin-deterioration stop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366760" y="25603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 relative + 2-day persistence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366760" y="3154680"/>
            <a:ext cx="3154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series is well behaved: 3σ floor 13.63%, robust 14.94%, not outlier-dominated. 15% clears the raw floor by ~10% and sits just under the robust one, so the 2-day persistence rule covers the gap — implemented and tested, not an aspiration. Guardrails suspend exploration only; pricing continues.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16636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EEF4E4"/>
          </a:solidFill>
          <a:ln/>
          <a:effectLst>
            <a:outerShdw sx="100000" sy="100000" kx="0" ky="0" algn="bl" rotWithShape="0" blurRad="76200" dist="25400" dir="5400000">
              <a:srgbClr val="3A4A36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5166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on approval:  </a:t>
            </a:r>
            <a:pPr indent="0" marL="0">
              <a:buNone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three thresholds → read the learning-speed math from the shadow output → final model retrain at the launch freeze → exploit-only pilot.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3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rate is the product.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17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prices safely by construction, proves itself behind blocking gates,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8E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buys clean evidence at a budgeted price — 1% of the loss it exists to reduce.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42976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372" y="4397532"/>
            <a:ext cx="184343" cy="1843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98448" y="427024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document — docs/design.md (standalone; architecture, rationale, risk register)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31520" y="490118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372" y="5001036"/>
            <a:ext cx="184343" cy="1843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98448" y="487375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— Kamalyunus/fresh-markdown (25 automated tests, full pipeline)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731520" y="5504688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372" y="5604540"/>
            <a:ext cx="184343" cy="18434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98448" y="547725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evidence — bootstrap.derive_thresholds (A/B power + guardrail noise, from data)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2026-08-09T02:35:03Z</dcterms:created>
  <dcterms:modified xsi:type="dcterms:W3CDTF">2026-08-09T02:35:03Z</dcterms:modified>
</cp:coreProperties>
</file>