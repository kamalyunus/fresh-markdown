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3"/>
    <p:sldId id="259" r:id="rId4"/>
    <p:sldId id="260" r:id="rId5"/>
    <p:sldId id="261" r:id="rId24"/>
    <p:sldId id="262" r:id="rId25"/>
    <p:sldId id="263" r:id="rId26"/>
    <p:sldId id="264" r:id="rId6"/>
    <p:sldId id="265" r:id="rId7"/>
    <p:sldId id="266" r:id="rId8"/>
    <p:sldId id="267" r:id="rId27"/>
    <p:sldId id="268" r:id="rId9"/>
    <p:sldId id="269" r:id="rId28"/>
    <p:sldId id="270" r:id="rId29"/>
    <p:sldId id="271" r:id="rId30"/>
    <p:sldId id="272" r:id="rId31"/>
    <p:sldId id="273" r:id="rId10"/>
    <p:sldId id="274" r:id="rId32"/>
    <p:sldId id="275" r:id="rId11"/>
    <p:sldId id="276" r:id="rId33"/>
    <p:sldId id="277" r:id="rId34"/>
    <p:sldId id="278" r:id="rId35"/>
    <p:sldId id="279" r:id="rId12"/>
    <p:sldId id="280" r:id="rId36"/>
    <p:sldId id="281" r:id="rId37"/>
    <p:sldId id="282" r:id="rId38"/>
    <p:sldId id="283" r:id="rId13"/>
    <p:sldId id="284" r:id="rId39"/>
    <p:sldId id="285" r:id="rId40"/>
    <p:sldId id="286" r:id="rId14"/>
    <p:sldId id="287" r:id="rId15"/>
    <p:sldId id="288" r:id="rId16"/>
    <p:sldId id="289"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talk. Confound 2 was NOT in the original analysis — we found it during bootstrap when every category's elasticity estimate pinned at the boundary. The fix (entry-hour identification) comes later. If the audience accepts this slide, the whole design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inevitable question: why not calibrate elasticity on our own data? Answer: we did, in the most defensible form, and the estimates are unstable (30x swings on one spec choice), boundary-pinned, and direction-flipping across model versions — because the optimum tracks the confounds, not the customer. Worse, a fitted epsilon would make the backtest look great while teaching the planner exactly the wrong lesson. The learning pilot is the same fit run on clean randomized data, at a budgeted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design splits the world into what history can estimate (levels, variance, correlation — second moments the confound doesn't poison) and the single quantity it can't (price response). Everything frozen is in service of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32.3%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 356,114 episodes</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scrap is ~7% of IL today</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₩14.7M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a 2,000-episode replay sample alone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Our own history cannot tell us price elasticity</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Consequence:  </a:t>
            </a:r>
            <a:pPr indent="0" marL="0">
              <a:buNone/>
            </a:pPr>
            <a:r>
              <a:rPr lang="en-US" sz="1500" dirty="0">
                <a:solidFill>
                  <a:srgbClr val="22301F"/>
                </a:solidFill>
                <a:latin typeface="Calibri" pitchFamily="34" charset="0"/>
                <a:ea typeface="Calibri" pitchFamily="34" charset="-122"/>
                <a:cs typeface="Calibri" pitchFamily="34" charset="-120"/>
              </a:rPr>
              <a:t>any system that claims to have learned price response from this data has actually learned the clock. History can bound elasticity; it cannot identify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deliberately holds the exploration budget at full scale — the first weeks of the learning pilot ARE the ε fit, on randomized data where the optimum means price response.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counter is not the ending</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flc_window is a nominal countdown, still positive on ~99.9% of final rows. Keying scrap to “counter reached zero” classified the 13% of episodes that end holding stock as unknown and dropped ~99% of real leftover from every scrap statistic. Closure is marked by the source itself — the zeroed ending_inventory — so we read that instead.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ways an episode ends — three different scrap facts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Listing ended with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source zeroed ending_inventory with stock still on hand — its own signal that the listing closed — so those units were disposed of. Leftover is computed, never read: max(0, starting inventory − units sold).</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 early</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hit zero. A genuine zero — and the reason the planner's horizon must come from the window rather than the row count, since these episodes have fewer rows precisely because they succeeded.</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 closure sentinel</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unknown</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final row still reports honest inventory, so the listing has not closed: the episode is open, or the feed cut it. Recorded as missing, never as zero. On a closed extract this is empty; live, it is the episodes still running.</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One definition, one place:  </a:t>
            </a:r>
            <a:pPr indent="0" marL="0">
              <a:buNone/>
            </a:pPr>
            <a:r>
              <a:rPr lang="en-US" sz="1250" dirty="0">
                <a:solidFill>
                  <a:srgbClr val="22301F"/>
                </a:solidFill>
                <a:latin typeface="Calibri" pitchFamily="34" charset="0"/>
                <a:ea typeface="Calibri" pitchFamily="34" charset="-122"/>
                <a:cs typeface="Calibri" pitchFamily="34" charset="-120"/>
              </a:rPr>
              <a:t>closure is the source's zeroed ending_inventory, NOT the counter reaching zero — that fires on ~0.1% of episodes, and keying scrap to it excluded ~99% of real leftover. Replay, monitoring and threshold derivation all call one function.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(LightGBM / Tweedie)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(high-volume categories + one pooled cell) — fewer cells learn faster</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deeper markdowns sell more units and grow it. The two metrics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Original price 10,000 · cost 2,000 · 10 units. The planner picks A — 16,000 of loss beats 28,000. IL% prefers B because its own denominator grew. A ratio objective can be gamed by discounting harder; the planner optimises the currency amount instead.</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Stated now, before the experiment — so the readout is not decided by whoever reads the dashboard.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0.10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Only the posterior moving past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the true threshold is higher still. Expect enter-and-hold behaviour on day one, and brief the pilot on lower clearance and higher scrap.</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₩409.87</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(11.4th percentile of the Q-value spread),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₩1,271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vs a ₩1,271/day budget on the replay sample — calibration lands on target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11.4th</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percentile of the Q-spread distribution where τ lands — the cheapest tenth of all available experiments</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38.1%</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1,837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0.0065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 predicts that twelve weeks buys 2.4× the precision of two. Measured, it buys 1.6×. Clusters persist across time, so the effective sample grows far more slowly than the row count does.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conclusion is to run two weeks and accept roughly 3% resolution against a measured 38% effect, rather than spend six weeks buying precision the decision does not need.</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0.000875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3.05%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relative effect detectable in two weeks, measured on nine real blocks</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1.89%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twelve weeks — the √T extrapolation promised 1.25%</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2026-08-09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32.27%  (₩14.27M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₩409.87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(18 weeks)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0.000875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6× the original assumption — drives the A/B duration decision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Deliberately blind to price — its one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actions;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rather than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Measured variance is 6× the original assumption; small effects may not fit the window.</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censored training labels (first phase-2 item).</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recommendations, with evidence</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on real 2-week blocks: 3.05% detectable, so 7.5% has wide headroom. Counting scrap properly made IL a more stable quantity — clustered SE 0.002383 → 0.000875 — and power stopped being a constraint. Read the 2–4 week rows; beyond 6 weeks the block count collapses to 1–3.</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20%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DAILY basis has no usable threshold: 3σ noise is 480% raw / 153% robust, outlier-dominated — the series swings more than its own level. Set this against the CONTROL-ARM basis the monitor actually uses in the A/B, now measured separately; before the A/B, review scrap level in the pilot readout rather than auto-triggering.</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This series is well behaved: 3σ floor 13.63%, robust 14.94%, not outlier-dominated. 15% clears the raw floor by ~10% and sits just under the robust one, so the 2-day persistence rule covers the gap — implemented and tested, not an aspiration. Guardrails suspend exploration only;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