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23"/>
    <p:sldId id="259" r:id="rId4"/>
    <p:sldId id="260" r:id="rId5"/>
    <p:sldId id="261" r:id="rId24"/>
    <p:sldId id="262" r:id="rId25"/>
    <p:sldId id="263" r:id="rId26"/>
    <p:sldId id="264" r:id="rId6"/>
    <p:sldId id="265" r:id="rId7"/>
    <p:sldId id="266" r:id="rId8"/>
    <p:sldId id="267" r:id="rId27"/>
    <p:sldId id="268" r:id="rId9"/>
    <p:sldId id="269" r:id="rId28"/>
    <p:sldId id="270" r:id="rId29"/>
    <p:sldId id="271" r:id="rId30"/>
    <p:sldId id="272" r:id="rId31"/>
    <p:sldId id="273" r:id="rId10"/>
    <p:sldId id="274" r:id="rId32"/>
    <p:sldId id="275" r:id="rId11"/>
    <p:sldId id="276" r:id="rId33"/>
    <p:sldId id="277" r:id="rId34"/>
    <p:sldId id="278" r:id="rId35"/>
    <p:sldId id="279" r:id="rId12"/>
    <p:sldId id="280" r:id="rId36"/>
    <p:sldId id="281" r:id="rId37"/>
    <p:sldId id="282" r:id="rId38"/>
    <p:sldId id="283" r:id="rId13"/>
    <p:sldId id="284" r:id="rId39"/>
    <p:sldId id="285" r:id="rId40"/>
    <p:sldId id="286" r:id="rId14"/>
    <p:sldId id="287" r:id="rId15"/>
    <p:sldId id="288" r:id="rId16"/>
    <p:sldId id="289"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core of the talk. Confound 2 was NOT in the original analysis — we found it during bootstrap when every category's elasticity estimate pinned at the boundary. The fix (entry-hour identification) comes later. If the audience accepts this slide, the whole design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inevitable question: why not calibrate elasticity on our own data? Answer: we did, in the most defensible form, and the estimates are unstable (30x swings on one spec choice), boundary-pinned, and direction-flipping across model versions — because the optimum tracks the confounds, not the customer. Worse, a fitted epsilon would make the backtest look great while teaching the planner exactly the wrong lesson. The learning pilot is the same fit run on clean randomized data, at a budgeted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design splits the world into what history can estimate (levels, variance, correlation — second moments the confound doesn't poison) and the single quantity it can't (price response). Everything frozen is in service of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32.3%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 356,114 episodes</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scrap is ~7% of IL today</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₩14.7M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a 2,000-episode replay sample alone</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Our own history cannot tell us price elasticity</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Consequence:  </a:t>
            </a:r>
            <a:pPr indent="0" marL="0">
              <a:buNone/>
            </a:pPr>
            <a:r>
              <a:rPr lang="en-US" sz="1500" dirty="0">
                <a:solidFill>
                  <a:srgbClr val="22301F"/>
                </a:solidFill>
                <a:latin typeface="Calibri" pitchFamily="34" charset="0"/>
                <a:ea typeface="Calibri" pitchFamily="34" charset="-122"/>
                <a:cs typeface="Calibri" pitchFamily="34" charset="-120"/>
              </a:rPr>
              <a:t>any system that claims to have learned price response from this data has actually learned the clock. History can bound elasticity; it cannot identify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deliberately holds the exploration budget at full scale — the first weeks of the learning pilot ARE the ε fit, on randomized data where the optimum means price response.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Not every ending is an ending</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episode can stop because it sold out, because the window expired, or because our extract ran out. Only the middle case scraps. The third has an unknown leftover and is recorded as missing rather than zero — inventing a number there would bias both the baseline and the guardrail noise floors that stop-thresholds are set from.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48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48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hard cap on the clearance window — larger values are data defects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ways an episode ends — three different scrap facts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Window completed</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counter reached zero with stock still on hand. This is the only ending that scraps, and the leftover is computed rather than read: max(0, starting inventory − units sold) on the final row.</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 early</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hit zero before the window did. A genuine zero — and the reason the planner's horizon must come from the window rather than the row count, since these episodes have fewer rows precisely because they succeeded.</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Truncated by the extract</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unknown</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Our data ended before the window did. Recorded as missing, never as zero. Charging these to scrap overstates the baseline the policy is measured against; ignoring the distinction overstates performance. They are excluded from every scrap-bearing statistic.</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One definition, one place:  </a:t>
            </a:r>
            <a:pPr indent="0" marL="0">
              <a:buNone/>
            </a:pPr>
            <a:r>
              <a:rPr lang="en-US" sz="1250" dirty="0">
                <a:solidFill>
                  <a:srgbClr val="22301F"/>
                </a:solidFill>
                <a:latin typeface="Calibri" pitchFamily="34" charset="0"/>
                <a:ea typeface="Calibri" pitchFamily="34" charset="-122"/>
                <a:cs typeface="Calibri" pitchFamily="34" charset="-120"/>
              </a:rPr>
              <a:t>replay, monitoring and threshold derivation all call the same scrap function. Three places computing it independently is how the write-off quirk stayed hidden as long as it did.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(LightGBM / Tweedie)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(high-volume categories + one pooled cell) — fewer cells learn faster</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deeper markdowns sell more units and grow it. The two metrics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Original price 10,000 · cost 2,000 · 10 units. The planner picks A — 16,000 of loss beats 28,000. IL% prefers B because its own denominator grew. A ratio objective can be gamed by discounting harder; the planner optimises the currency amount instead.</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Stated now, before the experiment — so the readout is not decided by whoever reads the dashboard.</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m(p)·E[min(D,q)] + V(q', t−1)</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the censored expectation E[min(D, q)], never the raw mean. At a median starting inventory of two units the two differ substantially, and every place that confused them produced a real bug.</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0.10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Only the posterior moving past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the true threshold is higher still. Expect enter-and-hold behaviour on day one, and brief the pilot on lower clearance and higher scrap.</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₩409.87</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(11.4th percentile of the Q-value spread),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₩1,271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vs a ₩1,271/day budget on the replay sample — calibration lands on target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11.4th</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percentile of the Q-spread distribution where τ lands — the cheapest tenth of all available experiments</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38.1%</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1,837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0.0065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 predicts that twelve weeks buys 2.4× the precision of two. Measured, it buys 1.6×. Clusters persist across time, so the effective sample grows far more slowly than the row count does.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conclusion is to run two weeks and accept roughly 3% resolution against a measured 38% effect, rather than spend six weeks buying precision the decision does not need.</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0.000875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3.05%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relative effect detectable in two weeks, measured on nine real blocks</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1.89%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twelve weeks — the √T extrapolation promised 1.25%</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2026-08-09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32.27%  (₩14.27M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₩409.87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(18 weeks)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0.000875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6× the original assumption — drives the A/B duration decision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Deliberately blind to price — its one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actions;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rather than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Measured variance is 6× the original assumption; small effects may not fit the window.</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censored training labels (first phase-2 item).</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recommendations, with evidence</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on real 2-week blocks: 3.05% detectable, so 7.5% has wide headroom. Counting scrap properly made IL a more stable quantity — clustered SE 0.002383 → 0.000875 — and power stopped being a constraint. Read the 2–4 week rows; beyond 6 weeks the block count collapses to 1–3.</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20%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DAILY basis has no usable threshold: 3σ noise is 480% raw / 153% robust, outlier-dominated — the series swings more than its own level. Set this against the CONTROL-ARM basis the monitor actually uses in the A/B, now measured separately; before the A/B, review scrap level in the pilot readout rather than auto-triggering.</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This series is well behaved: 3σ floor 13.63%, robust 14.94%, not outlier-dominated. 15% clears the raw floor by ~10% and sits just under the robust one, so the 2-day persistence rule covers the gap — implemented and tested, not an aspiration. Guardrails suspend exploration only;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