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question this deck has to survive: 'you have five months of data, why don't you know the elasticity?' Answer it in three sentences. Every price in that data was set by a rule — it moved with the clock and with which items were already failing. So the data tells us what the rule did, not what customers do. Separating those needs prices chosen at random, which is what we budget 1% of inventory loss to buy. Lead with the reassuring half: history drives level, seasonality, hour shape and velocity, and all of it transfers — this is not a claim that our data is bad. Exactly one quantity fails, for a structural reason. And be ready for the natural follow-up, 'so collect more history first': it does not help. The bias is in how the data was generated, so it does not shrink with sample size. Ten years of the same ramp is ten years of the same confound.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answers 'why not just fit it?' — we did, in its most defensible form, and the estimates swing 30x on a single modelling choice and pin at the search bound. The trap card is the one to dwell on: a fitted epsilon makes the REPLAY look excellent because the replay generates demand with the same epsilon it plans with. It is internally consistent with whatever number you feed it. That is also the answer if anyone proposes raising the prior until the system deepens — the replay would reward it, and the reward would be fictional. We tested -1.0 vs -1.5: identical prices, because both sit far below the 2.43 deepening bar.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History predicts demand. It cannot identify price response.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Why history works for everything else:  </a:t>
            </a:r>
            <a:pPr indent="0" marL="0">
              <a:buNone/>
            </a:pPr>
            <a:r>
              <a:rPr lang="en-US" sz="1500" dirty="0">
                <a:solidFill>
                  <a:srgbClr val="22301F"/>
                </a:solidFill>
                <a:latin typeface="Calibri" pitchFamily="34" charset="0"/>
                <a:ea typeface="Calibri" pitchFamily="34" charset="-122"/>
                <a:cs typeface="Calibri" pitchFamily="34" charset="-120"/>
              </a:rPr>
              <a:t>the frozen model takes level, seasonality, hour shape and SKU velocity from history, and all of it transfers. Only the price SLOPE does not, because price was never varied independently of the clock or of which items were already failing. More history cannot fix that — ten years of the same ramp is ten years of the same confound. Only randomised prices can.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holds the exploration budget at full scale, and the first weeks of the pilot ARE the ε fit — on randomized data, where the optimum means price response. One day of randomised prices identifies ε better than five months of history, because it is the only data in which price was not set by a rule.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and neither can a different prior: we re-ran the whole bootstrap at ε = −1.5 and the DP chose IDENTICAL prices (mean discount 0.1285 both, 0% deepened). Only the posterior crossing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 the true threshold is higher still. Expect enter-and-hold on day one, and brief the pilot on lower clearance and higher scrap. The −1.5 run also cost 26% on the learning rate (deff 3.347 → 4.204), so guessing a bigger ε buys nothing and slows the loop that would find the real one.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nine real 2-week blocks: 6.75% detectable, so 7.5% is met with 0.75pp to spare. Thin against the target — but the target is ours to choose and the measured policy effect is 38%, a 5.6× margin. Duration barely helps: six weeks only reaches 5.74% where √T promised 3.90%, and past six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Once the floor was measured on the same smoothing AND the same population the monitor triggers on, it fell from an unusable 480% to a binding 39.6% (control-arm basis; trailing 38.9% raw, 40.1% robust, not outlier-dominated, mean scrap level 13.3%). 50% clears the floor by 26% and stays well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on the trailing basis, not outlier-dominated. 15% clears it by 7.6%, so the 2-day persistence rule is covering the gap rather than headroom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