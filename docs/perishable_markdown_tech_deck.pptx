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inevitable question: why not calibrate elasticity on our own data? Answer: we did, in the most defensible form, and the estimates are unstable (30x swings on one spec choice), boundary-pinned, and direction-flipping across model versions — because the optimum tracks the confounds, not the customer. Worse, a fitted epsilon would make the backtest look great while teaching the planner exactly the wrong lesson. The learning pilot is the same fit run on clean randomized data, at a budgeted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level-at-anchor · band [0.90, 1.10] from measured volatility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harness ready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per day — an “episode” of contiguous hours, typically 10:00–20:00, with a median starting inventory of just 2 units.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(markdown cohort)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SHORTCUT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don’t fit ε to history — we tried, and it told us not to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760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the ε where the model best fits history” was run in its most defensible form — proper censored likelihood, per category, on the cleanest identifying slice. That is exactly the prior procedure.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fitted optimum is set by whatever variation dominates the data — the clock, survivorship, weekly shocks — not by customer price response. The instability on the right is the fingerprint.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still contributes: honest bounds where the bracket passes its checks, and a neutral, wide, cheap-to-correct cold start (−1.0 ± 0.6) where it doesn’t.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 start deliberately holds the exploration budget at full scale — the first weeks of the learning pilot ARE the ε fit, on randomized data where the optimum means price response. Cost: capped at 1% of IL per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629400" y="1691640"/>
            <a:ext cx="4983480" cy="1371600"/>
          </a:xfrm>
          <a:prstGeom prst="roundRect">
            <a:avLst>
              <a:gd name="adj" fmla="val 6000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−0.10  vs  −3.05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2331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category’s best-fit ε under two equally defensible specifications — 30× apart on a single modelling choice.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0" y="320040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Pinned at the search bound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3685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category’s “estimate” sat at the edge of the search grid — an optimiser reporting its cage, not the customer.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4572000"/>
            <a:ext cx="4983480" cy="1508760"/>
          </a:xfrm>
          <a:prstGeom prst="roundRect">
            <a:avLst>
              <a:gd name="adj" fmla="val 5455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4690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50566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ε makes the offline replay look excellent — it fits the residual by construction — while teaching the planner the confound: hold price, burn scrap. The dashboard smiles while the system fails.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≈ 4.07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₩202.8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(27.5th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4.07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four times too early. deff = 1 + (forced hours − 1) × ρ — every input measured, not assumed.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in progress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hours. One category (MEAT) now brackets cleanly; 14 fall back to an honest wide prior — by design.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3.59) — every exploration outcome now carries ~12%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level-at-anchor · band [0.90, 1.10]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the frozen artifact on its own job — the level at reference price; slope belongs to production learning (owner, 2026-08-09)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34.64%  (₩14.7M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0.3183 / 9.134 / ≈ 3.59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₩187–203 across runs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(14/16) · MEAT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like-for-like: both policies under the same demand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bias cancels between arms; replay is sanity, never launch evidence — the A/B decides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live; no prices applied; event pipeline proven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additionally produces the would-be exploration statistics that answer the learning-speed question — before any price is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4.07; the prior is wide for 14/16 categories; monotonicity concentrates identification at episode entry.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weeks-to-convergence from shadow output BEFORE the learning pilot. Levers: concentrate budget on entry decisions, raise the budget share, coarser cells. A 21-day flat-posterior alert catches a dead loop.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metric divergence at readout (pre-committed rule) · single-elasticity misspecification (residuals logged by discount region)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5-week experiment. A 5% target likely does not fit the MVP window; the derivation tool measures power empirically on real T-week slices of history — the owner picks the (effect, duration) pair.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system spending 1% of IL cannot move scrap near 20%; the failure it guards against breached the equivalent 5–10× in replay. Validated against the measured 3σ daily noise.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margins are thin, so daily noise is high — persistence, not a looser threshold, is the noise control. Both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run the shadow phase → read the learning-speed math from its output → final model retrain at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(23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2026-08-09T02:35:03Z</dcterms:created>
  <dcterms:modified xsi:type="dcterms:W3CDTF">2026-08-09T02:35:03Z</dcterms:modified>
</cp:coreProperties>
</file>