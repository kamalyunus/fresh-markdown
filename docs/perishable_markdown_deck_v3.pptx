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1"/>
    <p:sldId id="259" r:id="rId4"/>
    <p:sldId id="260" r:id="rId42"/>
    <p:sldId id="261" r:id="rId6"/>
    <p:sldId id="262" r:id="rId7"/>
    <p:sldId id="263" r:id="rId39"/>
    <p:sldId id="264" r:id="rId9"/>
    <p:sldId id="265" r:id="rId10"/>
    <p:sldId id="266" r:id="rId48"/>
    <p:sldId id="267" r:id="rId46"/>
    <p:sldId id="268" r:id="rId47"/>
    <p:sldId id="269" r:id="rId14"/>
    <p:sldId id="270" r:id="rId15"/>
    <p:sldId id="271" r:id="rId16"/>
    <p:sldId id="272" r:id="rId17"/>
    <p:sldId id="273" r:id="rId49"/>
    <p:sldId id="274" r:id="rId50"/>
    <p:sldId id="275" r:id="rId5"/>
    <p:sldId id="276" r:id="rId23"/>
    <p:sldId id="277" r:id="rId27"/>
    <p:sldId id="278" r:id="rId40"/>
    <p:sldId id="279" r:id="rId24"/>
    <p:sldId id="280" r:id="rId25"/>
    <p:sldId id="281" r:id="rId26"/>
    <p:sldId id="282" r:id="rId8"/>
    <p:sldId id="283" r:id="rId43"/>
    <p:sldId id="284" r:id="rId44"/>
    <p:sldId id="285" r:id="rId45"/>
    <p:sldId id="286" r:id="rId28"/>
    <p:sldId id="287" r:id="rId29"/>
    <p:sldId id="288" r:id="rId30"/>
    <p:sldId id="289" r:id="rId31"/>
    <p:sldId id="290" r:id="rId32"/>
    <p:sldId id="291" r:id="rId11"/>
    <p:sldId id="292" r:id="rId33"/>
    <p:sldId id="293" r:id="rId34"/>
    <p:sldId id="294" r:id="rId35"/>
    <p:sldId id="295" r:id="rId37"/>
    <p:sldId id="296" r:id="rId12"/>
    <p:sldId id="297" r:id="rId13"/>
    <p:sldId id="298" r:id="rId36"/>
    <p:sldId id="299" r:id="rId38"/>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question this deck has to survive: 'you have five months of data, why don't you know the elasticity?' Answer it in three sentences. Every price in that data was set by a rule — it moved with the clock and with which items were already failing. So the data tells us what the rule did, not what customers do. Separating those needs prices chosen at random, which is what we budget 1% of inventory loss to buy. Lead with the reassuring half: history drives level, seasonality, hour shape and velocity, and all of it transfers — this is not a claim that our data is bad. Exactly one quantity fails, for a structural reason. And be ready for the natural follow-up, 'so collect more history first': it does not help. The bias is in how the data was generated, so it does not shrink with sample size. Ten years of the same ramp is ten years of the same confound.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answers 'why not just fit it?' — we did, in its most defensible form, and the estimates swing 30x on a single modelling choice and pin at the search bound. The trap card is the one to dwell on: a fitted epsilon makes the REPLAY look excellent because the replay generates demand with the same epsilon it plans with. It is internally consistent with whatever number you feed it. That is also the answer if anyone proposes raising the prior until the system deepens — the replay would reward it, and the reward would be fictional. We tested -1.0 vs -1.5: identical prices, because both sit far below the 2.43 deepening bar.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message: the design splits the world into what history can estimate (levels, variance, correlation) and the single quantity it cannot (price response). Everything frozen is in service of attribution. If asked WHY CATEGORY AND NOT SUBCATEGORY, three answers in order of force: (1) a finer epsilon changes no price until a cell crosses the 2.43 deepening bar, and we measured that -- a -1.5 prior produced identical prices to -1.0; (2) evidence divides proportionally, so three subcategories each take ~3x the calendar to move, against a throughput that is already risk 1; (3) the bracket was rejected for all 16 categories, so every cell would start at the same -1.0 +/- 0.6 anyway -- dilution bought for nothing. It is deferred to phase 2, not dismissed, and the right form there is partial pooling (shrink each subcategory toward its category by its own precision), never a hard threshold ladder, which puts a cliff at the boundary.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Sets up the whole argument. The rule is legible and safe, which is why it has survived -- but it prices on the clock and never looks at demand, stock or the cost floor. Two things to land: it is the baseline the -38% is measured against, and it is the REASON history cannot identify elasticity, because it makes price a deterministic function of the hour.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plain-language product, before any mechanism. If someone leaves after one slide, this is the one. Three verbs: choose, pay to learn, update. The footer is the attribution argument -- everything else is frozen, so a change in behaviour IS learning, not drift. Do not go into the DP or tau here; both come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component most people assume must use price, and the one where NOT using it is the novelty. The model predicts demand at the reference discount only; its single price feature is overwritten at inference so the gradient is never queried. If it could use price it would learn the legacy clock ramp and report it as elasticity. Model owns the LEVEL, posterior owns the SLOPE -- neither is allowed the other's job.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most-debugged part of the system: five successive gate failures, each a distinct cause. The one worth telling is the basis bug -- the factor must be solved against the CENSORED expectation, not raw mu. A true correction of 1.45 fit as 0.68 on the raw basis, the wrong side of 1, which is why calibration used to make the gate worse. Also state the rule: level may be corrected multiplicatively, slope never.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frozen numbers most audiences will not ask about, but they set how fast we are allowed to believe anything. Negative binomial because Poisson would make every update overconfident. r per subcategory because dispersion genuinely differs and the data supports it; rho as one global scalar because per-cell it would be noise. deff = 3.347 is the honesty tax: ten forced hours in one episode are worth about three independent ones.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this before someone finds it in the table. The DP does not clear more -- it clears slightly less and scraps more. The entire gain is not over-discounting: 0.1285 mean discount against legacy's 0.2935. A markdown system that cuts loss by discounting LESS is the correct answer here and it is not what people expect, so lead with it rather than letting it be discovered. Also flag that both arms run under the same demand model, which is what makes the comparison honest.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design, not the power -- power is the next slide. Three things: randomisation is on SKU x FC because consecutive episodes of the same unit share inventory carryover; the estimator is a ratio of sums with clustered errors, never a mean of per-episode ratios; and the A/B CANNOT measure elasticity, because both arms are policies. Elasticity learning happens inside the treatment arm from forced exploration. Two mechanisms, two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results slide. Lead with -38% but qualify it in the same breath: it is a like-for-like replay through the SAME frozen demand model, so it grades the planner, not the market. The other three are the ones that make it believable -- a blocking calibration gate on a held-out window, a shadow run of the real decision path that applied nothing, and a detectable effect measured on real two-week blocks rather than extrapolated. If someone wants the mechanism behind the -38%, it is the next slide: less discount, not more clearance.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Transition slide. Say plainly that the argument is finished and everything from here is on demand. Worth naming why the deck was cut rather than rewritten: the content was reviewed and is not wrong, it is just more than an hour holds. If the room has no questions, stop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Navigation, not content. Do not read it. Its only job is that when someone asks 'how do you know the data means what you think it means', the answer is slides 23 to 26 and it takes one jump to get there. The last row is the escape hatch: anything deeper than a slide lives in docs/design.md.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36.7%</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on a 2,000-episode replay</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the bar the system must not break</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₩17.1M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that same 2,000-episode sample — 334k episodes in the full window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History predicts demand. It cannot identify price response.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Why history works for everything else:  </a:t>
            </a:r>
            <a:pPr indent="0" marL="0">
              <a:buNone/>
            </a:pPr>
            <a:r>
              <a:rPr lang="en-US" sz="1500" dirty="0">
                <a:solidFill>
                  <a:srgbClr val="22301F"/>
                </a:solidFill>
                <a:latin typeface="Calibri" pitchFamily="34" charset="0"/>
                <a:ea typeface="Calibri" pitchFamily="34" charset="-122"/>
                <a:cs typeface="Calibri" pitchFamily="34" charset="-120"/>
              </a:rPr>
              <a:t>the frozen model takes level, seasonality, hour shape and SKU velocity from history, and all of it transfers. Only the price SLOPE does not, because price was never varied independently of the clock or of which items were already failing. More history cannot fix that — ten years of the same ramp is ten years of the same confound. Only randomised prices can.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holds the exploration budget at full scale, and the first weeks of the pilot ARE the ε fit — on randomized data, where the optimum means price response. One day of randomised prices identifies ε better than five months of history, because it is the only data in which price was not set by a rule.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 high-volume categories plus one pooled cell. NOT subcategory: a finer ε changes no price until a cell crosses the deepening bar (2.43), and splitting cells only divides the same evidence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 deeper markdowns sell more units and grow it. So the two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Price 10,000 · cost 2,000 · 10 units. The planner picks A: 16,000 of loss beats 28,000. IL% prefers B because its own denominator grew. A ratio objective is gameable by discounting harder — so the planner optimises the currency amount.</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Pre-committed, so the readout is not decided by whoever reads the dashboard first.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0.09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and neither can a different prior: we re-ran the whole bootstrap at ε = −1.5 and the DP chose IDENTICAL prices (mean discount 0.1285 both, 0% deepened). Only the posterior crossing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 the true threshold is higher still. Expect enter-and-hold on day one, and brief the pilot on lower clearance and higher scrap. The −1.5 run also cost 26% on the learning rate (deff 3.347 → 4.204), so guessing a bigger ε buys nothing and slows the loop that would find the real one.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₩1,476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against a ₩1,475/day budget — the derivation lands on target by construction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43.4%</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1,381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0.0087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model baseline-20260811043259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36.68%  (₩17.11M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₩447.78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(SKU × FC, 71,559 units)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0.002915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 the pre-scrap-fix figure — a real scrap term makes IL lumpier, not smoother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Blind to price by construction — its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 set —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not just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and the floor each clears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Nine real 2-week blocks measure 6.75% detectable. Thin against the 7.5% target — but the target is ours to choose, and against a measured 38% effect that is a 5.6× margin. Duration does not buy it back: six weeks reaches only 5.74% where √T promised 3.90%.</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Measuring the floor on the same smoothing and the same population the monitor triggers on took it from an unusable 480% to a binding 39.6%. 50% clears that by 26% and stays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not outlier-dominated. 15% clears it by 7.6%, so the 2-day persistence rule is covering the gap rather than headroom. A breach suspends exploration only —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POLICY TODAY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rule that prices by the clock, not by demand</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does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Enter every episode at a fixed reference discount, set per category.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Deepen roughly one percentage point per hour, every hour, to a cap.</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Hold at the cap until the window closes, then scrap whatever is left.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never looks at</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much stock is on the shelf, or how fast it is moving.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many hours the window actually has left.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Whether the price it is charging has fallen below cost.</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Legible and safe — and demand-blind:  </a:t>
            </a:r>
            <a:pPr indent="0" marL="0">
              <a:buNone/>
            </a:pPr>
            <a:r>
              <a:rPr lang="en-US" sz="1500" dirty="0">
                <a:solidFill>
                  <a:srgbClr val="22301F"/>
                </a:solidFill>
                <a:latin typeface="Calibri" pitchFamily="34" charset="0"/>
                <a:ea typeface="Calibri" pitchFamily="34" charset="-122"/>
                <a:cs typeface="Calibri" pitchFamily="34" charset="-120"/>
              </a:rPr>
              <a:t>it is also the reason price and hour are the same variable in five months of history, which is the constraint the next two slides are about. Measured result: 36.7% of full-price sales value lost, at 93% clearance.</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SYSTEM IN ONE SLIDE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Price for the window ahead, and pay to learn</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hour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choose the price</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For each SKU × fulfilment centre, take the stock on hand and the hours left and pick the discount that minimises expected loss over the WHOLE remaining window, not just the next hour. A below-cost price is not among the options.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Some hours</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pay to learn</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Deliberately choose a different price and record what happened. The cost of each experiment is known in won before it is made, and total spend is capped at 1% of the loss the system exists to reduce.</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day</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update one belief</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Use ONLY those randomised outcomes to update a single number — how customers respond to price. A human approves each step, the step is bounded, and every outcome is spent exactly once.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Nothing else moves:  </a:t>
            </a:r>
            <a:pPr indent="0" marL="0">
              <a:buNone/>
            </a:pPr>
            <a:r>
              <a:rPr lang="en-US" sz="1250" dirty="0">
                <a:solidFill>
                  <a:srgbClr val="22301F"/>
                </a:solidFill>
                <a:latin typeface="Calibri" pitchFamily="34" charset="0"/>
                <a:ea typeface="Calibri" pitchFamily="34" charset="-122"/>
                <a:cs typeface="Calibri" pitchFamily="34" charset="-120"/>
              </a:rPr>
              <a:t>demand levels, seasonality and variance are fit offline and frozen. The only thing that changes in production is the price-response belief — so if the system's behaviour changes, it learned something.</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DEMAND MODEL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demand model deliberately blind to price</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WHAT IT PREDICTS</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Units sold in the next hour at the REFERENCE discount — one number, mu_ref</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LightGBM on a Tweedie objective, fit on 2.07M hourly rows and frozen at launch</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Features: SKU and FC velocity, hour, day of week, recent 1h and 3h sales, category, price level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Every economic quantity the planner computes is denominated in this prediction</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WHY IT MUST NOT SEE PRICE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price feature, overwritten to the</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reference discount at inference time</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Legacy ties price to the clock, so a model free to use price would learn the evening peak and report it as elasticity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Its price gradient is therefore never queried — the slope comes from ε alone, and ε is learned from randomisation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split IS the design: the model owns the LEVEL, the posterior owns the SLOPE, and neither is allowed the other's job</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Measured fidelity: 0.9940 sold ratio over 2.07M rows, hourly MAE 0.4399 — accurate at the level, and never asked about the slope.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CALIBRATION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Correct the level, never the slope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be corrected</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One multiplicative factor per subcategory, fit on ANCHOR rows only.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Anchor rows are those priced at the reference discount, where the elasticity term is exactly 1.</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train+calib, gated on test — disjoint, so the gate never grades its own fit.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never be</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sold ratio that degrades as the discount moves away from the anchor is SLOPE error.</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Scaling mu_ref cannot fix slope error. It is fixed by re-estimating the prior, or by learning.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Five successive gate failures were each traced to a distinct cause, ending in a censoring-basis bug.</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basis is the trap:  </a:t>
            </a:r>
            <a:pPr indent="0" marL="0">
              <a:buNone/>
            </a:pPr>
            <a:r>
              <a:rPr lang="en-US" sz="1500" dirty="0">
                <a:solidFill>
                  <a:srgbClr val="22301F"/>
                </a:solidFill>
                <a:latin typeface="Calibri" pitchFamily="34" charset="0"/>
                <a:ea typeface="Calibri" pitchFamily="34" charset="-122"/>
                <a:cs typeface="Calibri" pitchFamily="34" charset="-120"/>
              </a:rPr>
              <a:t>the factor is solved against E[min(D, q)], never raw mu. Measured, a true correction of 1.45 fits as 0.68 on the raw basis — the wrong side of 1, which is why calibration used to leave the gate unmoved or worse. Gate now PASSES at 1.0389 in a [0.90, 1.10] band.</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VARIANCE STRUCTURE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frozen numbers that decide how fast we may believe</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Negative binomial, not Poisson</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demand is far more variable than Poisson — bursty shoppers, basket effects. Var[D] = mu + mu²/r. A Poisson likelihood would make every learning update overconfident, and each update is bounded on the assumption that the variance is honest.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 by subcategory, with a fallback</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Dispersion genuinely differs by product type and the data supports estimating it there: censored MLE per subcategory on the calibration weeks, 200 rows required, falling back subcategory → category → global. High converged values are clamped at the 90th percentile and low ones preserved — high r means near-Poisson, which is the dangerous direction.</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rho global, and deliberately so</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Within-episode residual correlation is ONE scalar, 0.3103. Per category it would rest on much weaker signal, and a noisy per-cell rho deflates evidence unevenly. Episode-level random effects replace the scalar in phase 2.</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deff = 3.347 — the honesty tax</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1 + (8.563 − 1) × 0.3103. Hours in one episode share an inventory pool and a demand shock, so ten forced hours are worth about three independent ones. Accumulated information is divided by this before any update may commit — and start-up refuses to run if config drifts from the frozen artifact.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READING THE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What the −38% is, and what it costs</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Both arms simulated under the SAME demand model:</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legacy-under-model IL   vs   DP-under-model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same mu_ref, same r, same ε  → model bias cancels</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actual_* figures are FIDELITY, never policy</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DP does not clear more — it clears slightly LESS, 76.61% against legacy's 77.58%, and scraps more: ₩6.84M against ₩6.24M.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entire gain comes from not over-discounting: mean discount 0.1285 against legacy's 0.2935. The legacy ramp buys clearance at a price well above what the units are worth.</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Say this before someone finds it. A markdown system that cuts loss by discounting LESS is the right answer here, and it is not the answer most people expect.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like-for-like against legacy under the same demand model</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−0.97pp</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clearance, 77.58% → 76.61%, with scrap cost up ₩0.59M — the price of the win</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0.1285</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DP mean discount against legacy's 0.2935 — the mechanism, in one number</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WE WILL KNOW</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experiment that decides it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Randomise on SKU × FC, not episode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Consecutive episodes of the same unit share inventory carryover, so episode-level assignment would leak treatment into control. 71,559 units, split 50/50 by a stable hash — the same hash the monitor uses, so the split measured in the derivation is the split that runs.</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ratio of sums, clustered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IL% is a ratio of sums, never a mean of per-episode ratios — a zero-sale episode has no defined ratio. Analysed by delta-method linearisation with standard errors clustered on the assignment unit, and absolute IL reported beside every IL%.</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It cannot measure elasticity</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Both arms are POLICIES, not price randomisations, so the A/B answers “does the policy beat legacy” and nothing else. Elasticity learning happens inside the treatment arm from forced exploration — two separate mechanisms answering two separate questions.</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Decided before it starts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Duration fixed in advance and honoured — no early reads. The four-cell decision table is pre-committed. Guardrails on scrap, margin, sell-through and stockout rate; a breach halts the treatment arm, and it stops LEARNING, never pricing.</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WE ARE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numbers, and what each one is evidence of</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−38% is a like-for-like replay: both policies run through the same frozen demand model, so model error hits both arms and cancels. It is a strong sanity check on the planner — it is not, on its own, evidence that the policy wins in the market. Only the A/B can say that.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calibration gate is the blocking check on that frozen model: is it accurate at the reference price, measured on a window disjoint from the one its own correction was fitted on. 1.0389 inside a [0.90, 1.10] band.</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Shadow ran the full production decision path against real state for 3,000 episodes and applied no prices: 18,846 decisions, complete and matched events, zero cost-floor violations, p95 latency 0.09 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6.75% is measured on nine real two-week blocks of history, not extrapolated by √T. Everything standing behind these four numbers is in the appendix, indexed on slide 19.</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−38.0%</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vs legacy, like-for-like — won by discounting less, not by clearing more</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1.0389</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calibration gate on a held-out window, band [0.90, 1.10] — PASS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100%</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shadow event completeness and matched rate, zero cost-floor violations — PASS</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6.75%</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effect the A/B can detect in two weeks, against a measured 38%</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Everything else, kept and indexed</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Why it is back here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seventeen slides above are the argument. The twenty-five that follow the index are the evidence for it: the data nuances, the mechanics of each component, the measurement discipline, and the alternatives considered and declined. Nothing has been removed — it has been moved out of the path.</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How to use it</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next slide indexes the appendix by question — “is the data trustworthy”, “how does it choose a price”, “why not reinforcement learning”. Each group names its slide range, so a question from the room is one jump rather than a hunt.</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What is not here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docs/design.md is the standalone reference and goes deeper than any slide can: the identification argument in full, every component's rationale, the nine-row risk register, and the open owner decisions with the evidence behind each recommendation.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Every number here is regenerable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figure in this deck comes from a report artifact and is tagged with the slide that carries it. A pipeline re-run regenerates all of them, and the refresh tool refuses any replacement whose target text does not match exactly once — so a stale number cannot survive a successful-looking update.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 INDEX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Jump by the question you are asked</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Slides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question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is there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Why can’t history answer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obvious shortcut and why it fails; the problem class; the taxonomy against deep RL, bandits and vendor rules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23–26</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Is the data trustworthy?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Scope; four things the source data does not mean literally; the filter waterfall; how an episode ends and what is scrap</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27–30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the model work?</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versioned architecture; the price-blind demand model; what calibration may not correct; dispersion and the design effect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31–34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choose a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dynamic program in three lines; the horizon trap a gate caught; entry vs hourly action sets; when deepening pays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35–39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learn?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τ and the affordable set; the censored likelihood; the bounded step and human gate; the ledger; the two floors on learning speed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40–44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 you know it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 discipline; validation on production data; the full measured table; the shadow dress rehearsal; the experiment design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Where is the detail?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docs/design.md — the identification argument, per-component rationale, the risk register, and the open owner decisions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